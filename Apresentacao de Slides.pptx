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Source Code Pro"/>
      <p:regular r:id="rId12"/>
      <p:bold r:id="rId13"/>
      <p:italic r:id="rId14"/>
      <p:boldItalic r:id="rId15"/>
    </p:embeddedFont>
    <p:embeddedFont>
      <p:font typeface="Oswald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SourceCodePro-bold.fntdata"/><Relationship Id="rId12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Italic.fntdata"/><Relationship Id="rId14" Type="http://schemas.openxmlformats.org/officeDocument/2006/relationships/font" Target="fonts/SourceCodePro-italic.fntdata"/><Relationship Id="rId17" Type="http://schemas.openxmlformats.org/officeDocument/2006/relationships/font" Target="fonts/Oswald-bold.fntdata"/><Relationship Id="rId16" Type="http://schemas.openxmlformats.org/officeDocument/2006/relationships/font" Target="fonts/Oswald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c6f80d1f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c6f80d1f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c6f80d1f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c6f80d1f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c6f80d1ff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c6f80d1f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c6f80d1f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c6f80d1f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c6f80d1ff_0_5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c6f80d1ff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6f80d1ff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6f80d1ff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title"/>
          </p:nvPr>
        </p:nvSpPr>
        <p:spPr>
          <a:xfrm>
            <a:off x="287375" y="528888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300">
                <a:latin typeface="Arial"/>
                <a:ea typeface="Arial"/>
                <a:cs typeface="Arial"/>
                <a:sym typeface="Arial"/>
              </a:rPr>
              <a:t>Thalis Alexandre Aquino de Sousa</a:t>
            </a:r>
            <a:endParaRPr sz="5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3"/>
          <p:cNvSpPr txBox="1"/>
          <p:nvPr>
            <p:ph idx="4294967295" type="subTitle"/>
          </p:nvPr>
        </p:nvSpPr>
        <p:spPr>
          <a:xfrm>
            <a:off x="490250" y="3398250"/>
            <a:ext cx="8203200" cy="126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Engenharia de Software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4" name="Google Shape;64;p13" title="WhatsApp Image 2026-01-25 at 02.22.28.jpeg"/>
          <p:cNvPicPr preferRelativeResize="0"/>
          <p:nvPr/>
        </p:nvPicPr>
        <p:blipFill rotWithShape="1">
          <a:blip r:embed="rId3">
            <a:alphaModFix/>
          </a:blip>
          <a:srcRect b="14326" l="22011" r="22011" t="14326"/>
          <a:stretch/>
        </p:blipFill>
        <p:spPr>
          <a:xfrm>
            <a:off x="5718500" y="384800"/>
            <a:ext cx="2573700" cy="4373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Sobre mim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11700" y="1199300"/>
            <a:ext cx="7742700" cy="309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chemeClr val="lt1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rPr>
              <a:t>Me chamo Thalis Alexandre e sou natural de Valparaíso de Goiás. Atualmente, trabalho como Operador de Telemarketing no Banco do Brasil Tecnologia e Serviços (BBTS) e estou cursando semestre de Engenharia de Software. </a:t>
            </a:r>
            <a:endParaRPr sz="1300">
              <a:solidFill>
                <a:schemeClr val="lt1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1250">
                <a:solidFill>
                  <a:schemeClr val="lt1"/>
                </a:solidFill>
                <a:highlight>
                  <a:schemeClr val="dk2"/>
                </a:highlight>
                <a:latin typeface="Arial"/>
                <a:ea typeface="Arial"/>
                <a:cs typeface="Arial"/>
                <a:sym typeface="Arial"/>
              </a:rPr>
              <a:t>Estou comprometido com o aprendizado contínuo e a aplicação de boas práticas em tecnologia. Acredito na importância da segurança da informação e busco me especializar em desenvolvimento de software, utilizando ferramentas como  HTML, CSS, JS, e JAVA.</a:t>
            </a:r>
            <a:endParaRPr sz="1500">
              <a:solidFill>
                <a:schemeClr val="lt1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60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highlight>
                <a:schemeClr val="dk2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5"/>
          <p:cNvCxnSpPr/>
          <p:nvPr/>
        </p:nvCxnSpPr>
        <p:spPr>
          <a:xfrm>
            <a:off x="-6875" y="2900700"/>
            <a:ext cx="91509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Competências e conhecimentos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421176" y="2235693"/>
            <a:ext cx="1329900" cy="1329900"/>
          </a:xfrm>
          <a:prstGeom prst="ellipse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5"/>
          <p:cNvSpPr txBox="1"/>
          <p:nvPr/>
        </p:nvSpPr>
        <p:spPr>
          <a:xfrm>
            <a:off x="421225" y="25967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java</a:t>
            </a:r>
            <a:endParaRPr sz="2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79" name="Google Shape;79;p15"/>
          <p:cNvSpPr/>
          <p:nvPr/>
        </p:nvSpPr>
        <p:spPr>
          <a:xfrm>
            <a:off x="2253122" y="1423415"/>
            <a:ext cx="2954700" cy="29547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2253125" y="2596750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0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BACK-END</a:t>
            </a:r>
            <a:endParaRPr sz="30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1" name="Google Shape;81;p15"/>
          <p:cNvSpPr/>
          <p:nvPr/>
        </p:nvSpPr>
        <p:spPr>
          <a:xfrm>
            <a:off x="5709626" y="2147440"/>
            <a:ext cx="1506600" cy="1506600"/>
          </a:xfrm>
          <a:prstGeom prst="ellipse">
            <a:avLst/>
          </a:prstGeom>
          <a:solidFill>
            <a:srgbClr val="674EA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5709825" y="2596750"/>
            <a:ext cx="1506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Ingês A1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7718079" y="2394636"/>
            <a:ext cx="1012500" cy="1012200"/>
          </a:xfrm>
          <a:prstGeom prst="ellipse">
            <a:avLst/>
          </a:prstGeom>
          <a:solidFill>
            <a:srgbClr val="3C78D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7718425" y="2596750"/>
            <a:ext cx="1012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HTML, CSS,JS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6"/>
          <p:cNvCxnSpPr/>
          <p:nvPr/>
        </p:nvCxnSpPr>
        <p:spPr>
          <a:xfrm flipH="1" rot="10800000">
            <a:off x="257325" y="3306158"/>
            <a:ext cx="8122800" cy="36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90" name="Google Shape;90;p16" title="Screenshot_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7325" y="397950"/>
            <a:ext cx="5840972" cy="276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6" title="Screenshot_5.png"/>
          <p:cNvPicPr preferRelativeResize="0"/>
          <p:nvPr/>
        </p:nvPicPr>
        <p:blipFill rotWithShape="1">
          <a:blip r:embed="rId4">
            <a:alphaModFix/>
          </a:blip>
          <a:srcRect b="0" l="-1527" r="-2379" t="0"/>
          <a:stretch/>
        </p:blipFill>
        <p:spPr>
          <a:xfrm>
            <a:off x="6178950" y="397950"/>
            <a:ext cx="2201175" cy="27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6"/>
          <p:cNvSpPr txBox="1"/>
          <p:nvPr>
            <p:ph idx="4294967295" type="body"/>
          </p:nvPr>
        </p:nvSpPr>
        <p:spPr>
          <a:xfrm>
            <a:off x="257325" y="3342450"/>
            <a:ext cx="3999900" cy="53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100">
                <a:solidFill>
                  <a:srgbClr val="3C78D8"/>
                </a:solidFill>
                <a:latin typeface="Arial"/>
                <a:ea typeface="Arial"/>
                <a:cs typeface="Arial"/>
                <a:sym typeface="Arial"/>
              </a:rPr>
              <a:t>Guessing Game</a:t>
            </a:r>
            <a:endParaRPr b="1" sz="2100">
              <a:solidFill>
                <a:srgbClr val="3C78D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 txBox="1"/>
          <p:nvPr>
            <p:ph idx="4294967295" type="body"/>
          </p:nvPr>
        </p:nvSpPr>
        <p:spPr>
          <a:xfrm>
            <a:off x="257331" y="3872850"/>
            <a:ext cx="8122800" cy="6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Um projeto realizado através da linguagem de programação GO, onde você precisa adivinhar o número de 1 a 100. Você possui 10 tentativas, e o programa vai te dando as dicas se está próximo ou não do número correto. Lembrando que a escolha do número é de forma aleatória.</a:t>
            </a:r>
            <a:endParaRPr sz="12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7" title="0ff13667e3d8bcb7145d623e5aeae035.jpg"/>
          <p:cNvPicPr preferRelativeResize="0"/>
          <p:nvPr/>
        </p:nvPicPr>
        <p:blipFill rotWithShape="1">
          <a:blip r:embed="rId3">
            <a:alphaModFix/>
          </a:blip>
          <a:srcRect b="27568" l="0" r="0" t="27563"/>
          <a:stretch/>
        </p:blipFill>
        <p:spPr>
          <a:xfrm>
            <a:off x="5034372" y="2390750"/>
            <a:ext cx="3797931" cy="227137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Objetivos Profissionais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7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pt-BR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Meu objetivo é adquirir conhecimentos para me especializar em Back-end focados em Cibersegurança e Engenharia de Software. Futuramente desejo me estabelecer em empresas de I.A em Dublin ou Canadá. </a:t>
            </a:r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7" title="167363933100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7350" y="709175"/>
            <a:ext cx="1101426" cy="123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7" title="java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5263" y="266688"/>
            <a:ext cx="2815804" cy="212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7" title="C_Logo.png"/>
          <p:cNvPicPr preferRelativeResize="0"/>
          <p:nvPr/>
        </p:nvPicPr>
        <p:blipFill rotWithShape="1">
          <a:blip r:embed="rId6">
            <a:alphaModFix/>
          </a:blip>
          <a:srcRect b="0" l="90" r="100" t="0"/>
          <a:stretch/>
        </p:blipFill>
        <p:spPr>
          <a:xfrm>
            <a:off x="7617550" y="708000"/>
            <a:ext cx="1101425" cy="124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2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220725" y="-9647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Arial"/>
                <a:ea typeface="Arial"/>
                <a:cs typeface="Arial"/>
                <a:sym typeface="Arial"/>
              </a:rPr>
              <a:t>Contato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8"/>
          <p:cNvSpPr txBox="1"/>
          <p:nvPr>
            <p:ph idx="4294967295" type="body"/>
          </p:nvPr>
        </p:nvSpPr>
        <p:spPr>
          <a:xfrm>
            <a:off x="424000" y="1562025"/>
            <a:ext cx="44523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Thalis Alexandre Aquino de Sousa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thalisalexandreofc@gmail.com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1AFD1"/>
      </a:accent5>
      <a:accent6>
        <a:srgbClr val="F8E71C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